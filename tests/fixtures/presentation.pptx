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Concluídos</c:v>
                </c:pt>
              </c:strCache>
            </c:strRef>
          </c:tx>
          <c:cat>
            <c:strRef>
              <c:f>Sheet1!$A$2:$A$3</c:f>
              <c:strCache>
                <c:ptCount val="2"/>
                <c:pt idx="0">
                  <c:v>Julho</c:v>
                </c:pt>
                <c:pt idx="1">
                  <c:v>Agosto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12</c:v>
                </c:pt>
                <c:pt idx="1">
                  <c:v>18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/>
              <a:t>Validação Horizon</a:t>
            </a:r>
          </a:p>
        </p:txBody>
      </p:sp>
      <p:pic>
        <p:nvPicPr>
          <p:cNvPr id="3" name="Picture 2" descr="qa-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828800"/>
            <a:ext cx="914400" cy="9144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Resultados da equipe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914400" y="1828800"/>
          <a:ext cx="6400800" cy="36576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